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REPL — Commands &amp; Examples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REPL is, Node/browser REPL commands and live examples</a:t>
            </a:r>
          </a:p>
          <a:p>
            <a:r>
              <a:t>Created for 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What is a REPL (Read‑Eval‑Print Loop)</a:t>
            </a:r>
          </a:p>
          <a:p>
            <a:pPr>
              <a:defRPr sz="1800"/>
            </a:pPr>
            <a:r>
              <a:t>Starting REPL: Node.js &amp; Browser Console</a:t>
            </a:r>
          </a:p>
          <a:p>
            <a:pPr>
              <a:defRPr sz="1800"/>
            </a:pPr>
            <a:r>
              <a:t>Common REPL commands and special dot-commands</a:t>
            </a:r>
          </a:p>
          <a:p>
            <a:pPr>
              <a:defRPr sz="1800"/>
            </a:pPr>
            <a:r>
              <a:t>Practical JavaScript examples in REPL</a:t>
            </a:r>
          </a:p>
          <a:p>
            <a:pPr>
              <a:defRPr sz="1800"/>
            </a:pPr>
            <a:r>
              <a:t>Tips, multi-line editing, save/load, history</a:t>
            </a:r>
          </a:p>
          <a:p>
            <a:pPr>
              <a:defRPr sz="1800"/>
            </a:pPr>
            <a:r>
              <a:t>Resources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REPL?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REPL = Read, Eval, Print, Loop — an interactive programming shell</a:t>
            </a:r>
          </a:p>
          <a:p>
            <a:pPr>
              <a:defRPr sz="1800"/>
            </a:pPr>
            <a:r>
              <a:t>Type expressions, they are evaluated immediately and results printed</a:t>
            </a:r>
          </a:p>
          <a:p>
            <a:pPr>
              <a:defRPr sz="1800"/>
            </a:pPr>
            <a:r>
              <a:t>Great for experimentation, debugging, learning and quick tests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Starting REPL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Node.js REPL: run `node` in your terminal to enter interactive mode</a:t>
            </a:r>
          </a:p>
          <a:p>
            <a:pPr>
              <a:defRPr sz="1800"/>
            </a:pPr>
            <a:r>
              <a:t>Quick run a script expression: `node -e "console.log(2+2)"`</a:t>
            </a:r>
          </a:p>
          <a:p>
            <a:pPr>
              <a:defRPr sz="1800"/>
            </a:pPr>
            <a:r>
              <a:t>Browser REPL: open DevTools Console (F12 / Ctrl+Shift+I) — type JS and press Enter</a:t>
            </a:r>
          </a:p>
          <a:p>
            <a:pPr>
              <a:defRPr sz="1800"/>
            </a:pPr>
            <a:r>
              <a:t>Some environments (Deno, Bun) also provide REPLs with their own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Node REPL dot-commands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.help     → Show help for REPL commands</a:t>
            </a:r>
          </a:p>
          <a:p>
            <a:pPr>
              <a:defRPr sz="1800"/>
            </a:pPr>
            <a:r>
              <a:t>.break    → Exit multi-line input / cancel current expression</a:t>
            </a:r>
          </a:p>
          <a:p>
            <a:pPr>
              <a:defRPr sz="1800"/>
            </a:pPr>
            <a:r>
              <a:t>.clear    → Alias to reset context (clear REPL context in some versions)</a:t>
            </a:r>
          </a:p>
          <a:p>
            <a:pPr>
              <a:defRPr sz="1800"/>
            </a:pPr>
            <a:r>
              <a:t>.save &lt;file&gt; → Save current REPL session to a file (JavaScript)</a:t>
            </a:r>
          </a:p>
          <a:p>
            <a:pPr>
              <a:defRPr sz="1800"/>
            </a:pPr>
            <a:r>
              <a:t>.load &lt;file&gt; → Load and execute a file into the current REPL session</a:t>
            </a:r>
          </a:p>
          <a:p>
            <a:pPr>
              <a:defRPr sz="1800"/>
            </a:pPr>
            <a:r>
              <a:t>.editor  → Enter multi-line editor mode; finish with Ctrl+D</a:t>
            </a:r>
          </a:p>
          <a:p>
            <a:pPr>
              <a:defRPr sz="1800"/>
            </a:pPr>
            <a:r>
              <a:t>.exit    → Exit the REPL (or Ctrl+C twice / Ctrl+D)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Keyboard shortcuts &amp;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Ctrl+C — cancel current input (press twice to exit)</a:t>
            </a:r>
          </a:p>
          <a:p>
            <a:pPr>
              <a:defRPr sz="1800"/>
            </a:pPr>
            <a:r>
              <a:t>Ctrl+D — EOF: exit the REPL</a:t>
            </a:r>
          </a:p>
          <a:p>
            <a:pPr>
              <a:defRPr sz="1800"/>
            </a:pPr>
            <a:r>
              <a:t>Up / Down arrows — cycle through history</a:t>
            </a:r>
          </a:p>
          <a:p>
            <a:pPr>
              <a:defRPr sz="1800"/>
            </a:pPr>
            <a:r>
              <a:t>Tab — autocomplete variable and property names</a:t>
            </a:r>
          </a:p>
          <a:p>
            <a:pPr>
              <a:defRPr sz="1800"/>
            </a:pPr>
            <a:r>
              <a:t>Use `.save` and `.load` to persist small experiments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evaluations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 bIns="76200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Arithmetic and expressions</a:t>
            </a:r>
          </a:p>
          <a:p>
            <a:pPr>
              <a:defRPr sz="1200">
                <a:latin typeface="Consolas"/>
              </a:defRPr>
            </a:pPr>
            <a:r>
              <a:t>2 + 3</a:t>
            </a:r>
          </a:p>
          <a:p>
            <a:pPr>
              <a:defRPr sz="1200">
                <a:latin typeface="Consolas"/>
              </a:defRPr>
            </a:pPr>
            <a:r>
              <a:t>'hello'.toUpperCase()</a:t>
            </a:r>
          </a:p>
          <a:p>
            <a:pPr>
              <a:defRPr sz="1200">
                <a:latin typeface="Consolas"/>
              </a:defRPr>
            </a:pPr>
            <a:r>
              <a:t>const x = 10</a:t>
            </a:r>
          </a:p>
          <a:p>
            <a:pPr>
              <a:defRPr sz="1200">
                <a:latin typeface="Consolas"/>
              </a:defRPr>
            </a:pPr>
            <a:r>
              <a:t>x * 2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// Output will be printed immediately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Example outputs (what REPL shows)</a:t>
            </a:r>
          </a:p>
          <a:p>
            <a:pPr>
              <a:defRPr sz="1200">
                <a:latin typeface="Consolas"/>
              </a:defRPr>
            </a:pPr>
            <a:r>
              <a:t>5</a:t>
            </a:r>
          </a:p>
          <a:p>
            <a:pPr>
              <a:defRPr sz="1200">
                <a:latin typeface="Consolas"/>
              </a:defRPr>
            </a:pPr>
            <a:r>
              <a:t>'HELLO'</a:t>
            </a:r>
          </a:p>
          <a:p>
            <a:pPr>
              <a:defRPr sz="1200">
                <a:latin typeface="Consolas"/>
              </a:defRPr>
            </a:pPr>
            <a:r>
              <a:t>undefined   // const assignment prints undefined in REPL</a:t>
            </a:r>
          </a:p>
          <a:p>
            <a:pPr>
              <a:defRPr sz="1200">
                <a:latin typeface="Consola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Variables, objects &amp;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 bIns="76200">
            <a:spAutoFit/>
          </a:bodyPr>
          <a:lstStyle/>
          <a:p>
            <a:pPr>
              <a:defRPr sz="1200">
                <a:latin typeface="Consolas"/>
              </a:defRPr>
            </a:pPr>
            <a:r>
              <a:t>let count = 0</a:t>
            </a:r>
          </a:p>
          <a:p>
            <a:pPr>
              <a:defRPr sz="1200">
                <a:latin typeface="Consolas"/>
              </a:defRPr>
            </a:pPr>
            <a:r>
              <a:t>const user = {name: 'Asha', age: 28}</a:t>
            </a:r>
          </a:p>
          <a:p>
            <a:pPr>
              <a:defRPr sz="1200">
                <a:latin typeface="Consolas"/>
              </a:defRPr>
            </a:pPr>
            <a:r>
              <a:t>function greet(u) { return `Hi, ${u.name}` }</a:t>
            </a:r>
          </a:p>
          <a:p>
            <a:pPr>
              <a:defRPr sz="1200">
                <a:latin typeface="Consolas"/>
              </a:defRPr>
            </a:pPr>
            <a:r>
              <a:t>greet(user)</a:t>
            </a:r>
          </a:p>
          <a:p>
            <a:pPr>
              <a:defRPr sz="1200">
                <a:latin typeface="Consolas"/>
              </a:defRPr>
            </a:pPr>
            <a:r>
              <a:t>user.age = 29</a:t>
            </a:r>
          </a:p>
          <a:p>
            <a:pPr>
              <a:defRPr sz="1200">
                <a:latin typeface="Consolas"/>
              </a:defRPr>
            </a:pPr>
            <a:r>
              <a:t>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Outputs</a:t>
            </a:r>
          </a:p>
          <a:p>
            <a:pPr>
              <a:defRPr sz="1200">
                <a:latin typeface="Consolas"/>
              </a:defRPr>
            </a:pPr>
            <a:r>
              <a:t>0</a:t>
            </a:r>
          </a:p>
          <a:p>
            <a:pPr>
              <a:defRPr sz="1200">
                <a:latin typeface="Consolas"/>
              </a:defRPr>
            </a:pPr>
            <a:r>
              <a:t>{ name: 'Asha', age: 28 }</a:t>
            </a:r>
          </a:p>
          <a:p>
            <a:pPr>
              <a:defRPr sz="1200">
                <a:latin typeface="Consolas"/>
              </a:defRPr>
            </a:pPr>
            <a:r>
              <a:t>undefined  // function declaration yields undefined</a:t>
            </a:r>
          </a:p>
          <a:p>
            <a:pPr>
              <a:defRPr sz="1200">
                <a:latin typeface="Consolas"/>
              </a:defRPr>
            </a:pPr>
            <a:r>
              <a:t>'Hi, Asha'</a:t>
            </a:r>
          </a:p>
          <a:p>
            <a:pPr>
              <a:defRPr sz="1200">
                <a:latin typeface="Consolas"/>
              </a:defRPr>
            </a:pPr>
            <a:r>
              <a:t>{ name: 'Asha', age: 29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require / modules (Node REPL)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 bIns="76200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Load a built-in module</a:t>
            </a:r>
          </a:p>
          <a:p>
            <a:pPr>
              <a:defRPr sz="1200">
                <a:latin typeface="Consolas"/>
              </a:defRPr>
            </a:pPr>
            <a:r>
              <a:t>const fs = require('fs')</a:t>
            </a:r>
          </a:p>
          <a:p>
            <a:pPr>
              <a:defRPr sz="1200">
                <a:latin typeface="Consolas"/>
              </a:defRPr>
            </a:pPr>
            <a:r>
              <a:t>typeof fs.readFile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// Load a local file in REPL</a:t>
            </a:r>
          </a:p>
          <a:p>
            <a:pPr>
              <a:defRPr sz="1200">
                <a:latin typeface="Consolas"/>
              </a:defRPr>
            </a:pPr>
            <a:r>
              <a:t>.load my-script.js   // executes my-script.js in current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Outputs</a:t>
            </a:r>
          </a:p>
          <a:p>
            <a:pPr>
              <a:defRPr sz="1200">
                <a:latin typeface="Consolas"/>
              </a:defRPr>
            </a:pPr>
            <a:r>
              <a:t>{...}   // fs is an object with methods like readFile, writeFile</a:t>
            </a:r>
          </a:p>
          <a:p>
            <a:pPr>
              <a:defRPr sz="1200">
                <a:latin typeface="Consolas"/>
              </a:defRPr>
            </a:pPr>
            <a:r>
              <a:t>'function'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// `.load` runs the file — declarations become available in session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Multi-line input (.editor)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 bIns="76200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Start .editor then paste/enter:</a:t>
            </a:r>
          </a:p>
          <a:p>
            <a:pPr>
              <a:defRPr sz="1200">
                <a:latin typeface="Consolas"/>
              </a:defRPr>
            </a:pPr>
            <a:r>
              <a:t>function sum(a, b) {</a:t>
            </a:r>
          </a:p>
          <a:p>
            <a:pPr>
              <a:defRPr sz="1200">
                <a:latin typeface="Consolas"/>
              </a:defRPr>
            </a:pPr>
            <a:r>
              <a:t>    const res = a + b;</a:t>
            </a:r>
          </a:p>
          <a:p>
            <a:pPr>
              <a:defRPr sz="1200">
                <a:latin typeface="Consolas"/>
              </a:defRPr>
            </a:pPr>
            <a:r>
              <a:t>    return res;</a:t>
            </a:r>
          </a:p>
          <a:p>
            <a:pPr>
              <a:defRPr sz="1200">
                <a:latin typeface="Consolas"/>
              </a:defRPr>
            </a:pPr>
            <a:r>
              <a:t>}</a:t>
            </a:r>
          </a:p>
          <a:p>
            <a:pPr>
              <a:defRPr sz="1200">
                <a:latin typeface="Consolas"/>
              </a:defRPr>
            </a:pPr>
            <a:r>
              <a:t>sum(4,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In REPL:</a:t>
            </a:r>
          </a:p>
          <a:p>
            <a:pPr>
              <a:defRPr sz="1200">
                <a:latin typeface="Consolas"/>
              </a:defRPr>
            </a:pPr>
            <a:r>
              <a:t>Press `.editor` → type or paste block → press Ctrl+D to finish</a:t>
            </a:r>
          </a:p>
          <a:p>
            <a:pPr>
              <a:defRPr sz="1200">
                <a:latin typeface="Consolas"/>
              </a:defRPr>
            </a:pPr>
            <a:r>
              <a:t>REPL evaluates the block and prints the result (9)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 &amp; top-level await (note)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Modern Node REPL supports top-level await in recent Node versions (&gt;= 10+ with flags, default in newer LTS).</a:t>
            </a:r>
          </a:p>
          <a:p>
            <a:pPr>
              <a:defRPr sz="1800"/>
            </a:pPr>
            <a:r>
              <a:t>You can `await fetch(...)` in REPL if supported by the runtime.</a:t>
            </a:r>
          </a:p>
          <a:p>
            <a:pPr>
              <a:defRPr sz="1800"/>
            </a:pPr>
            <a:r>
              <a:t>If not available, define an async IIFE: `(async () =&gt; { ... })()`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 &amp; Load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`.save mySession.js` — writes executed commands to `mySession.js`</a:t>
            </a:r>
          </a:p>
          <a:p>
            <a:pPr>
              <a:defRPr sz="1800"/>
            </a:pPr>
            <a:r>
              <a:t>`.load mySession.js` — runs file contents in current REPL context</a:t>
            </a:r>
          </a:p>
          <a:p>
            <a:pPr>
              <a:defRPr sz="1800"/>
            </a:pPr>
            <a:r>
              <a:t>Useful for capturing experiments and later replaying them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&amp;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 Up/Down arrows to view previous entries</a:t>
            </a:r>
          </a:p>
          <a:p>
            <a:pPr>
              <a:defRPr sz="1800"/>
            </a:pPr>
            <a:r>
              <a:t>In Node, REPL history is often saved to `~/.node_repl_history`</a:t>
            </a:r>
          </a:p>
          <a:p>
            <a:pPr>
              <a:defRPr sz="1800"/>
            </a:pPr>
            <a:r>
              <a:t>You can copy/paste lines, or use `.save` to persist a selection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Remember declarations (let/const) are scoped — restarting REPL clears them</a:t>
            </a:r>
          </a:p>
          <a:p>
            <a:pPr>
              <a:defRPr sz="1800"/>
            </a:pPr>
            <a:r>
              <a:t>Be cautious with long-running operations (they block the REPL)</a:t>
            </a:r>
          </a:p>
          <a:p>
            <a:pPr>
              <a:defRPr sz="1800"/>
            </a:pPr>
            <a:r>
              <a:t>Use `.editor` for multi-line functions to avoid syntax errors</a:t>
            </a:r>
          </a:p>
          <a:p>
            <a:pPr>
              <a:defRPr sz="1800"/>
            </a:pPr>
            <a:r>
              <a:t>Prefer small, focused experiments and save useful snippets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short REPL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 bIns="76200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Start REPL: `node`</a:t>
            </a:r>
          </a:p>
          <a:p>
            <a:pPr>
              <a:defRPr sz="1200">
                <a:latin typeface="Consolas"/>
              </a:defRPr>
            </a:pPr>
            <a:r>
              <a:t>&gt; const greet = (n) =&gt; `Hello ${n}`</a:t>
            </a:r>
          </a:p>
          <a:p>
            <a:pPr>
              <a:defRPr sz="1200">
                <a:latin typeface="Consolas"/>
              </a:defRPr>
            </a:pPr>
            <a:r>
              <a:t>&gt; greet('Brijesh')</a:t>
            </a:r>
          </a:p>
          <a:p>
            <a:pPr>
              <a:defRPr sz="1200">
                <a:latin typeface="Consolas"/>
              </a:defRPr>
            </a:pPr>
            <a:r>
              <a:t>&gt; .save quick.js</a:t>
            </a:r>
          </a:p>
          <a:p>
            <a:pPr>
              <a:defRPr sz="1200">
                <a:latin typeface="Consolas"/>
              </a:defRPr>
            </a:pPr>
            <a:r>
              <a:t>&gt; .exit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// What REPL prints</a:t>
            </a:r>
          </a:p>
          <a:p>
            <a:pPr>
              <a:defRPr sz="1200">
                <a:latin typeface="Consolas"/>
              </a:defRPr>
            </a:pPr>
            <a:r>
              <a:t>undefined   // function assignment</a:t>
            </a:r>
          </a:p>
          <a:p>
            <a:pPr>
              <a:defRPr sz="1200">
                <a:latin typeface="Consolas"/>
              </a:defRPr>
            </a:pPr>
            <a:r>
              <a:t>'Hello Brijesh'</a:t>
            </a:r>
          </a:p>
          <a:p>
            <a:pPr>
              <a:defRPr sz="1200">
                <a:latin typeface="Consolas"/>
              </a:defRPr>
            </a:pPr>
            <a:r>
              <a:t>'Wrote 3 lines to quick.js'</a:t>
            </a:r>
          </a:p>
          <a:p>
            <a:pPr>
              <a:defRPr sz="1200">
                <a:latin typeface="Consolas"/>
              </a:defRPr>
            </a:pPr>
            <a:r>
              <a:t>(exits)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Try `node` locally and experiment with `.editor`, `.save`, `.load`</a:t>
            </a:r>
          </a:p>
          <a:p>
            <a:pPr>
              <a:defRPr sz="1800"/>
            </a:pPr>
            <a:r>
              <a:t>Read Node.js REPL docs for your Node version for exact behavior</a:t>
            </a:r>
          </a:p>
          <a:p>
            <a:pPr>
              <a:defRPr sz="1800"/>
            </a:pPr>
            <a:r>
              <a:t>Use browser Console for DOM and front-end experiments</a:t>
            </a:r>
          </a:p>
          <a:p>
            <a:pPr>
              <a:defRPr sz="1800"/>
            </a:pPr>
            <a:r>
              <a:t>If you want, I can add screenshots or expand with more examples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